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8E350-59D6-4E6A-B7A4-4BAEF7C1C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B6439B-2779-4559-BB1F-846AF2A59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BC472-B353-41BE-AACB-A9D94AE9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86B7E-DF5F-4BDB-A769-225B332F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916E7-5015-4E0D-B071-D0229BF1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70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95BC7-A6F0-4092-8A7A-5B7E9BC9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B3FE2-40FF-4270-A74C-764CD26A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4E481B-B846-4906-A54A-E83D64BB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B8EE2-AB98-432D-97CB-95C2E0AF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6374C-18E8-41B8-9881-61D1B479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42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3F599-23B5-447A-9F6C-08E893EF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508CBA-FB0C-4BA1-BE43-5B3AA2AD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51FC2A-0C66-415A-921D-D82D0CBC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9F5E2-A69F-4B51-A782-74C4DC49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91453E-BEEE-4313-A60A-E92535A62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8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1A960-3241-4AB5-8083-140CBDF5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347E3-7560-4D23-BC67-F35C1938F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007691-E15A-48EA-A8CC-BDF89CCFA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8A4C2A-A2DB-4EE4-AA7B-60F6957B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8B11E7-BD2C-4387-97A4-72B9EE63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EA4981-6FAE-459E-9076-D820C948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49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A3AB-EDC8-4198-9CDF-5B7F8EB5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9D929C-8B35-4D61-AF0A-42D136A8C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8FD5C7-CF70-4713-A03B-066516EDF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6750CF-A971-4504-923D-3F462B355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291D20-9A03-4704-9C72-9C3CEA9EF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C7470E-5F26-4045-BFE2-57629419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45993B-E72B-459F-8EFD-72670895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B0D05B-B8E7-467B-B682-7CFEE7DC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6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2EFC4-0164-469E-8DD8-8D6B6578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0C9B7A-7CCE-4912-A3D3-C1D0AAD4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87D03B-4424-4ACD-96F9-0AE04898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11E91D-CC1C-4042-8CB3-E7B04238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1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72A520-B7C2-483D-B21B-7D0E4DC5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CFAEA4-5433-440B-A8EF-C7C901D6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B9C1CD-A783-4BF4-8D28-45F1BBF5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02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E2447-397C-4548-88BB-843E6A89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E35DB-A44F-4BB7-9C4C-03A16DE3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D1A2B9-9E65-46E3-AB54-9E306977C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43FFD7-0461-4641-9C3D-CFD2BCAD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439BB-2B6B-4305-9D9C-E2D24F45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258E47-4EE8-47F5-938D-49F4614D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38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A1685-811B-4EE4-BE8B-4112314CD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D3B358-2A7B-41FF-BC55-787A006AE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CBA4E9-7F62-4A58-A46D-B1720F195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89E34-C1BE-47CE-96D7-77AD9608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544840-6F52-4189-9BF1-1D10A581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BEFC64-AA0F-4D0A-875F-8E675193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24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FCB7-1263-4440-BB43-D7E064DC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49C3A4-C415-4931-A949-FFA72D1E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0E8A9-AF68-44C7-B24A-E8891C88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C32177-E367-433A-B4DE-CA1AA5AE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E427C-7B9F-4E1D-9F70-9BCA3C34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07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DBAE85-833A-45BC-B599-D3757B126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76E277-AA2D-46F7-BBF3-0D32DAC8B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65202-3F98-42E3-85AD-E6E272E85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95615-339F-446B-8562-2D3C004C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B09B01-5AAE-4F9B-9114-AB0A00E1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31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3AEEC4-846E-4857-9593-A6D99287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6D5E92-C2D7-40C3-B442-76873A1AA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6C950-2AA2-449B-9620-7A5C81DB2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BA26F-1545-4178-BDBE-08763A0CCB5F}" type="datetimeFigureOut">
              <a:rPr lang="zh-CN" altLang="en-US" smtClean="0"/>
              <a:t>2023-6-13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5180F-5746-400A-B5CC-99B179B2E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7247C-4EF2-4C96-B0A2-3EB2A617F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1D4D4-680A-4385-ABC1-9438983DE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8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30F94-6317-4827-957C-ECFB1A8A1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开源项目研究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79A2D7-A4C7-480B-B9C8-7234663D2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开源软件：</a:t>
            </a:r>
            <a:r>
              <a:rPr lang="en-US" altLang="zh-CN" dirty="0" err="1"/>
              <a:t>cloc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333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AF30E-A3D2-40A8-B03E-89B0F70F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0525F-3341-493D-8A8F-ADFD9714C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Cloc</a:t>
            </a:r>
            <a:r>
              <a:rPr lang="zh-CN" altLang="en-US" dirty="0"/>
              <a:t>（</a:t>
            </a:r>
            <a:r>
              <a:rPr lang="en-US" altLang="zh-CN" dirty="0"/>
              <a:t>Count Lines of Code</a:t>
            </a:r>
            <a:r>
              <a:rPr lang="zh-CN" altLang="en-US" dirty="0"/>
              <a:t>）是一种用于计算代码行数的开源工具。它可以帮助开发人员和项目管理人员统计软件项目中的代码行数、注释行数和空白行数等相关信息。</a:t>
            </a:r>
          </a:p>
          <a:p>
            <a:endParaRPr lang="zh-CN" altLang="en-US" dirty="0"/>
          </a:p>
          <a:p>
            <a:r>
              <a:rPr lang="zh-CN" altLang="en-US" dirty="0"/>
              <a:t>​</a:t>
            </a:r>
            <a:r>
              <a:rPr lang="en-US" altLang="zh-CN" dirty="0" err="1"/>
              <a:t>Cloc</a:t>
            </a:r>
            <a:r>
              <a:rPr lang="zh-CN" altLang="en-US" dirty="0"/>
              <a:t>支持许多编程语言和文件类型，包括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Ruby</a:t>
            </a:r>
            <a:r>
              <a:rPr lang="zh-CN" altLang="en-US" dirty="0"/>
              <a:t>、</a:t>
            </a:r>
            <a:r>
              <a:rPr lang="en-US" altLang="zh-CN" dirty="0"/>
              <a:t>JavaScript</a:t>
            </a:r>
            <a:r>
              <a:rPr lang="zh-CN" altLang="en-US" dirty="0"/>
              <a:t>、</a:t>
            </a:r>
            <a:r>
              <a:rPr lang="en-US" altLang="zh-CN" dirty="0"/>
              <a:t>HTML</a:t>
            </a:r>
            <a:r>
              <a:rPr lang="zh-CN" altLang="en-US" dirty="0"/>
              <a:t>、</a:t>
            </a:r>
            <a:r>
              <a:rPr lang="en-US" altLang="zh-CN" dirty="0"/>
              <a:t>CSS</a:t>
            </a:r>
            <a:r>
              <a:rPr lang="zh-CN" altLang="en-US" dirty="0"/>
              <a:t>等。它可以递归地扫描指定目录下的所有文件，并根据预定义的规则进行代码行数的计算。</a:t>
            </a:r>
          </a:p>
        </p:txBody>
      </p:sp>
    </p:spTree>
    <p:extLst>
      <p:ext uri="{BB962C8B-B14F-4D97-AF65-F5344CB8AC3E}">
        <p14:creationId xmlns:p14="http://schemas.microsoft.com/office/powerpoint/2010/main" val="163620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911F3-E18D-45A1-B5DC-DAC958BC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源代码的基本信息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1ACE9-0881-46AE-B625-C7AF2FDA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总行数</a:t>
            </a:r>
          </a:p>
          <a:p>
            <a:pPr marL="0" indent="0">
              <a:buNone/>
            </a:pPr>
            <a:r>
              <a:rPr lang="en-US" altLang="zh-CN" sz="2000" dirty="0" err="1"/>
              <a:t>Cloc</a:t>
            </a:r>
            <a:r>
              <a:rPr lang="zh-CN" altLang="en-US" sz="2000" dirty="0"/>
              <a:t>使用</a:t>
            </a:r>
            <a:r>
              <a:rPr lang="en-US" altLang="zh-CN" sz="2000" dirty="0"/>
              <a:t>Perl</a:t>
            </a:r>
            <a:r>
              <a:rPr lang="zh-CN" altLang="en-US" sz="2000" dirty="0"/>
              <a:t>编程语言编写。使用</a:t>
            </a:r>
            <a:r>
              <a:rPr lang="en-US" altLang="zh-CN" sz="2000" dirty="0" err="1"/>
              <a:t>cloc</a:t>
            </a:r>
            <a:r>
              <a:rPr lang="zh-CN" altLang="en-US" sz="2000" dirty="0"/>
              <a:t>工具对其源文件进行统计，它的</a:t>
            </a:r>
            <a:r>
              <a:rPr lang="en-US" altLang="zh-CN" sz="2000" dirty="0"/>
              <a:t>Perl</a:t>
            </a:r>
            <a:r>
              <a:rPr lang="zh-CN" altLang="en-US" sz="2000" dirty="0"/>
              <a:t>代码一共有</a:t>
            </a:r>
            <a:r>
              <a:rPr lang="en-US" altLang="zh-CN" sz="2000" dirty="0"/>
              <a:t>12283</a:t>
            </a:r>
            <a:r>
              <a:rPr lang="zh-CN" altLang="en-US" sz="2000" dirty="0"/>
              <a:t>行。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210C99-0163-426C-A684-9AD92DEC6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41" y="2941647"/>
            <a:ext cx="7818798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2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43359-A220-4E8E-8DE3-DDC905EE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6393"/>
          </a:xfrm>
        </p:spPr>
        <p:txBody>
          <a:bodyPr/>
          <a:lstStyle/>
          <a:p>
            <a:r>
              <a:rPr lang="zh-CN" altLang="en-US" dirty="0"/>
              <a:t>目录结构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42BE5C-9EDD-4B6D-8507-BB4D0541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r>
              <a:rPr lang="en-US" altLang="zh-CN" dirty="0"/>
              <a:t>GitHub</a:t>
            </a:r>
            <a:r>
              <a:rPr lang="zh-CN" altLang="en-US" dirty="0"/>
              <a:t>源码结构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EEB1E3-5E3D-44EC-BF8C-B5ED2C719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2" y="1599240"/>
            <a:ext cx="5677948" cy="48936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3D2FE1-0955-4577-8F25-C846C0B8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312" y="1599240"/>
            <a:ext cx="5599088" cy="489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1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4DB76-EEA8-4928-B11F-957C9547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629ADF-E344-489C-83D6-05EB7B294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用例图：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19A84E-261A-4C31-995F-D53265BA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21" y="2576226"/>
            <a:ext cx="5791702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43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61F97-D180-42CC-AAA7-6CBC9386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2D8366-46DB-4585-8C15-A615EF4AB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顺序图：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C4D9C5-9AFB-4070-AACB-3790A0489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71" y="2115180"/>
            <a:ext cx="5966977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4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38B29-4F2D-4685-A93A-58059EE2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软件结构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BAE62EB-1559-40C9-8F77-D67D92686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4258"/>
            <a:ext cx="9066585" cy="2836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JetBrains Mono"/>
              </a:rPr>
              <a:t>Cloc：Cloc工具的主模块，负责协调和管理其他模块之间的交互。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JetBrains Mono"/>
              </a:rPr>
              <a:t>文件解析器：负责解析代码文件，提取代码行数、注释行数和空白行数等信息。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JetBrains Mono"/>
              </a:rPr>
              <a:t>统计引擎：根据文件解析器提供的数据，进行统计计算，并生成代码统计结果。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JetBrains Mono"/>
              </a:rPr>
              <a:t>数据库：用于存储和管理Cloc的配置和统计数据。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E292BB2-5DAD-46A5-82DD-4320A3EC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4" y="4104419"/>
            <a:ext cx="6697553" cy="25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30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228</Words>
  <Application>Microsoft Office PowerPoint</Application>
  <PresentationFormat>宽屏</PresentationFormat>
  <Paragraphs>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开源项目研究</vt:lpstr>
      <vt:lpstr>PowerPoint 演示文稿</vt:lpstr>
      <vt:lpstr>源代码的基本信息</vt:lpstr>
      <vt:lpstr>目录结构</vt:lpstr>
      <vt:lpstr>软件功能</vt:lpstr>
      <vt:lpstr>PowerPoint 演示文稿</vt:lpstr>
      <vt:lpstr>软件结构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开源项目研究</dc:title>
  <dc:creator>NaiHe</dc:creator>
  <cp:lastModifiedBy>NaiHe</cp:lastModifiedBy>
  <cp:revision>1</cp:revision>
  <dcterms:created xsi:type="dcterms:W3CDTF">2023-06-07T08:29:14Z</dcterms:created>
  <dcterms:modified xsi:type="dcterms:W3CDTF">2023-06-13T02:28:16Z</dcterms:modified>
</cp:coreProperties>
</file>